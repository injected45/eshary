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22D3EE"/>
                </a:solidFill>
              </a:rPr>
              <a:t>Eshary — شركة الرحالة</a:t>
            </a:r>
          </a:p>
          <a:p>
            <a:r>
              <a:rPr sz="1600">
                <a:solidFill>
                  <a:srgbClr val="94A3B8"/>
                </a:solidFill>
              </a:rPr>
              <a:t>Eshary — Project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F8FAFC"/>
                </a:solidFill>
              </a:rPr>
              <a:t>Arabic / RTL financial-operations app for outgoing USD transfers and currency-buy purchases. Flutter + Supabase port of the original single-file project_web.html prototype.</a:t>
            </a:r>
          </a:p>
          <a:p>
            <a:pPr>
              <a:spcBef>
                <a:spcPts val="2000"/>
              </a:spcBef>
            </a:pPr>
            <a:r>
              <a:rPr sz="1300">
                <a:solidFill>
                  <a:srgbClr val="94A3B8"/>
                </a:solidFill>
              </a:rPr>
              <a:t>Version 0.1.0+1    ·    package com.rahala.eshary    ·    default locale 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22D3EE"/>
                </a:solidFill>
              </a:rPr>
              <a:t>1.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2D3EE"/>
                </a:solidFill>
              </a:rPr>
              <a:t>name: </a:t>
            </a:r>
            <a:r>
              <a:rPr sz="1400">
                <a:solidFill>
                  <a:srgbClr val="F8FAFC"/>
                </a:solidFill>
              </a:rPr>
              <a:t>Eshary — شركة الرحالة</a:t>
            </a:r>
          </a:p>
          <a:p>
            <a:r>
              <a:rPr sz="1400" b="1">
                <a:solidFill>
                  <a:srgbClr val="22D3EE"/>
                </a:solidFill>
              </a:rPr>
              <a:t>purpose: </a:t>
            </a:r>
            <a:r>
              <a:rPr sz="1400">
                <a:solidFill>
                  <a:srgbClr val="F8FAFC"/>
                </a:solidFill>
              </a:rPr>
              <a:t>Arabic / RTL financial-operations app for outgoing USD transfers and currency-buy purchases. Flutter + Supabase port of the original single-file project_web.html prototype.</a:t>
            </a:r>
          </a:p>
          <a:p>
            <a:r>
              <a:rPr sz="1400" b="1">
                <a:solidFill>
                  <a:srgbClr val="22D3EE"/>
                </a:solidFill>
              </a:rPr>
              <a:t>primary_language: </a:t>
            </a:r>
            <a:r>
              <a:rPr sz="1400">
                <a:solidFill>
                  <a:srgbClr val="F8FAFC"/>
                </a:solidFill>
              </a:rPr>
              <a:t>Arabic (RTL primary), English secondary</a:t>
            </a:r>
          </a:p>
          <a:p>
            <a:r>
              <a:rPr sz="1400" b="1">
                <a:solidFill>
                  <a:srgbClr val="22D3EE"/>
                </a:solidFill>
              </a:rPr>
              <a:t>default_locale: </a:t>
            </a:r>
            <a:r>
              <a:rPr sz="1400">
                <a:solidFill>
                  <a:srgbClr val="F8FAFC"/>
                </a:solidFill>
              </a:rPr>
              <a:t>ar</a:t>
            </a:r>
          </a:p>
          <a:p>
            <a:r>
              <a:rPr sz="1400" b="1">
                <a:solidFill>
                  <a:srgbClr val="22D3EE"/>
                </a:solidFill>
              </a:rPr>
              <a:t>platforms: </a:t>
            </a:r>
            <a:r>
              <a:rPr sz="1400">
                <a:solidFill>
                  <a:srgbClr val="F8FAFC"/>
                </a:solidFill>
              </a:rPr>
              <a:t>Android (com.rahala.eshary) + Flutter Web. Desktop/iOS scaffolds present but not actively targeted.</a:t>
            </a:r>
          </a:p>
          <a:p>
            <a:r>
              <a:rPr sz="1400" b="1">
                <a:solidFill>
                  <a:srgbClr val="22D3EE"/>
                </a:solidFill>
              </a:rPr>
              <a:t>version: </a:t>
            </a:r>
            <a:r>
              <a:rPr sz="1400">
                <a:solidFill>
                  <a:srgbClr val="F8FAFC"/>
                </a:solidFill>
              </a:rPr>
              <a:t>0.1.0+1</a:t>
            </a:r>
          </a:p>
          <a:p>
            <a:r>
              <a:rPr sz="1400" b="1">
                <a:solidFill>
                  <a:srgbClr val="22D3EE"/>
                </a:solidFill>
              </a:rPr>
              <a:t>android_label: </a:t>
            </a:r>
            <a:r>
              <a:rPr sz="1400">
                <a:solidFill>
                  <a:srgbClr val="F8FAFC"/>
                </a:solidFill>
              </a:rPr>
              <a:t>شركة الرحالة</a:t>
            </a:r>
          </a:p>
          <a:p>
            <a:r>
              <a:rPr sz="1400" b="1">
                <a:solidFill>
                  <a:srgbClr val="22D3EE"/>
                </a:solidFill>
              </a:rPr>
              <a:t>package: </a:t>
            </a:r>
            <a:r>
              <a:rPr sz="1400">
                <a:solidFill>
                  <a:srgbClr val="F8FAFC"/>
                </a:solidFill>
              </a:rPr>
              <a:t>com.rahala.eshary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22D3EE"/>
                </a:solidFill>
              </a:rPr>
              <a:t>2. Tech Stack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09728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5943600"/>
              </a:tblGrid>
              <a:tr h="314325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8FAFC"/>
                          </a:solidFill>
                        </a:rPr>
                        <a:t>Package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8FAFC"/>
                          </a:solidFill>
                        </a:rPr>
                        <a:t>Version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8FAFC"/>
                          </a:solidFill>
                        </a:rPr>
                        <a:t>Purpose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Flutter SDK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&gt;=3.24.0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UI framework, Material 3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Dart SDK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&gt;=3.5.0 &lt;4.0.0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Language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flutter_riverpod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^2.5.1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State management — plain providers, no codegen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supabase_flutter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^2.5.6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Postgres + auth + realtime + session persistence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go_router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^14.2.7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Declarative routing with auth-state refresh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intl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^0.19.0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Number / date formatters (ar + en_US)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share_plus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^10.0.2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Native share sheet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pdf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^3.11.1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PDF document builder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printing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^5.13.2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Share / print PDFs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shared_preferences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^2.3.2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Disk cache + onboarding flag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font_awesome_flutter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^10.7.0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Icon set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google_sign_in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^6.2.1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Google ID-token sign-in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audioplayers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^6.1.0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Asset audio playback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flutter_lints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^4.0.0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Lints — dev_dependency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flutter_localizations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sdk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ar + en localization delegates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22D3EE"/>
                </a:solidFill>
              </a:rPr>
              <a:t>3.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F8FAFC"/>
                </a:solidFill>
              </a:rPr>
              <a:t>• Feature-folder layout under lib/features/&lt;feature&gt;/{data,domain,presentation}.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F8FAFC"/>
                </a:solidFill>
              </a:rPr>
              <a:t>• core/ holds env, supabase client provider, GoRouter, theme tokens.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F8FAFC"/>
                </a:solidFill>
              </a:rPr>
              <a:t>• shared/ holds glass widgets, formatters, share, JsonCache, PDF export, audio feedback, animated liquid background.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F8FAFC"/>
                </a:solidFill>
              </a:rPr>
              <a:t>• Repositories live in data/, expose async CRUD against Supabase REST + RPC.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F8FAFC"/>
                </a:solidFill>
              </a:rPr>
              <a:t>• Domain models are plain immutable classes with fromJson factories (no freezed).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F8FAFC"/>
                </a:solidFill>
              </a:rPr>
              <a:t>• Riverpod providers expose lists / actions; FutureProviders for queries; Provider&lt;Future&lt;int&gt; Function()&gt; for write actions.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F8FAFC"/>
                </a:solidFill>
              </a:rPr>
              <a:t>• Routing uses GoRouter with refreshListenable bridging supabase auth stream → router redirect.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F8FAFC"/>
                </a:solidFill>
              </a:rPr>
              <a:t>• RTL enforced globally via MaterialApp.builder Directionality wrap.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F8FAFC"/>
                </a:solidFill>
              </a:rPr>
              <a:t>• Read-side offline cache: list responses written into SharedPreferences keyed by user-id, served on network failure.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F8FAFC"/>
                </a:solidFill>
              </a:rPr>
              <a:t>• Atomic write paths use Supabase RPC functions so insert + balance update happen in one Postgres tx.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22D3EE"/>
                </a:solidFill>
              </a:rPr>
              <a:t>4. Features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09728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8686800"/>
              </a:tblGrid>
              <a:tr h="359228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8FAFC"/>
                          </a:solidFill>
                        </a:rPr>
                        <a:t>Folder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8FAFC"/>
                          </a:solidFill>
                        </a:rPr>
                        <a:t>Purpose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auth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Email/password + Google sign-in (idToken flow on Android, OAuth redirect on Web). ensureProfile() upsert as belt-and-suspenders.</a:t>
                      </a:r>
                    </a:p>
                  </a:txBody>
                  <a:tcPr/>
                </a:tc>
              </a:tr>
              <a:tr h="35922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onboarding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3-page intro carousel; onboarding_completed_v1 flag in SharedPreferences.</a:t>
                      </a:r>
                    </a:p>
                  </a:txBody>
                  <a:tcPr/>
                </a:tc>
              </a:tr>
              <a:tr h="35922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splash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Animated logo splash; routes to onboarding / home / sign-in based on flag + auth session.</a:t>
                      </a:r>
                    </a:p>
                  </a:txBody>
                  <a:tcPr/>
                </a:tc>
              </a:tr>
              <a:tr h="35922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home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Bottom-nav shell with 4 tabs: خروج / شراء / الأرشيف / الإعدادات. Glass AppBar with dynamic title.</a:t>
                      </a:r>
                    </a:p>
                  </a:txBody>
                  <a:tcPr/>
                </a:tc>
              </a:tr>
              <a:tr h="35922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profile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Profile card (avatar + email + plan badge), change-password form, sign-out with confirm dialog.</a:t>
                      </a:r>
                    </a:p>
                  </a:txBody>
                  <a:tcPr/>
                </a:tc>
              </a:tr>
              <a:tr h="35922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settings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Hub with 4 rows: الملف الشخصي / حساباتي / شركات الصرافة / العملاء.</a:t>
                      </a:r>
                    </a:p>
                  </a:txBody>
                  <a:tcPr/>
                </a:tc>
              </a:tr>
              <a:tr h="35922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companies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User accounts ('حسابات') with one nested exchange each. Country picker + exchange-company dropdown sourced from per-user lists. AccountDetailsScreen shows account + exchange company info.</a:t>
                      </a:r>
                    </a:p>
                  </a:txBody>
                  <a:tcPr/>
                </a:tc>
              </a:tr>
              <a:tr h="35922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exchange_companies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CRUD list of reusable exchange-office company names per user.</a:t>
                      </a:r>
                    </a:p>
                  </a:txBody>
                  <a:tcPr/>
                </a:tc>
              </a:tr>
              <a:tr h="35922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countries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Per-user country list, surfaced inline as a glass picker dialog inside AddCompanyDialog.</a:t>
                      </a:r>
                    </a:p>
                  </a:txBody>
                  <a:tcPr/>
                </a:tc>
              </a:tr>
              <a:tr h="35922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clients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Counterparty CRUD for the currency-buy flow.</a:t>
                      </a:r>
                    </a:p>
                  </a:txBody>
                  <a:tcPr/>
                </a:tc>
              </a:tr>
              <a:tr h="35922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transfers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Outgoing USD transfer composer: 3 collapsible glass sections (الجهة المنفذة / جهة الاستلام / قيمة التحويل) + saved beneficiaries dialog + daily-log table with click-to-detail and PDF export.</a:t>
                      </a:r>
                    </a:p>
                  </a:txBody>
                  <a:tcPr/>
                </a:tc>
              </a:tr>
              <a:tr h="35922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currency_buy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USD purchases from clients with auto LYD computation, pending-state and daily-state RPCs, PDF export, archival blocked while pending rows exist.</a:t>
                      </a:r>
                    </a:p>
                  </a:txBody>
                  <a:tcPr/>
                </a:tc>
              </a:tr>
              <a:tr h="35923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archive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Per-period archive — sold + bought tables, totals, PDF export per section.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22D3EE"/>
                </a:solidFill>
              </a:rPr>
              <a:t>5. Screens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09728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200400"/>
                <a:gridCol w="4572000"/>
              </a:tblGrid>
              <a:tr h="33528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8FAFC"/>
                          </a:solidFill>
                        </a:rPr>
                        <a:t>Screen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8FAFC"/>
                          </a:solidFill>
                        </a:rPr>
                        <a:t>Arabic title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8FAFC"/>
                          </a:solidFill>
                        </a:rPr>
                        <a:t>Route / location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SplashScreen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/splash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OnboardingScreen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إدارة الحوالات / شراء العملات / الأرشيف العام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/onboarding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SignInScreen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مرحباً بعودتك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/sign-in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SignUpScreen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إنشاء حساب جديد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/sign-up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HomeShell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&lt;dynamic per tab&gt;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/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TransfersScreen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تنفيذ حوالة جديدة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/ — tab 0 (خروج)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CurrencyBuyScreen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شراء عملة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/ — tab 1 (شراء)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ArchiveScreen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الأرشيف العام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/ — tab 2 (الأرشيف)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SettingsScreen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الإعدادات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/ — tab 3 (الإعدادات)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ProfileDetailsScreen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الملف الشخصي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(pushed from Settings)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CompaniesScreen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حساباتي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(pushed from Settings)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AccountDetailsScreen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&lt;company.name&gt;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(pushed from CompaniesScreen)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ExchangeCompaniesScreen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شركات الصرافة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(pushed from Settings)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ClientsScreen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العملاء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(pushed from Settings)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22D3EE"/>
                </a:solidFill>
              </a:rPr>
              <a:t>6. Database — Tables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09728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914400"/>
                <a:gridCol w="5943600"/>
              </a:tblGrid>
              <a:tr h="50292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8FAFC"/>
                          </a:solidFill>
                        </a:rPr>
                        <a:t>Table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8FAFC"/>
                          </a:solidFill>
                        </a:rPr>
                        <a:t>Migration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8FAFC"/>
                          </a:solidFill>
                        </a:rPr>
                        <a:t>Cols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8FAFC"/>
                          </a:solidFill>
                        </a:rPr>
                        <a:t>RLS summary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profiles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Self-only: id = auth.uid()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companies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Self-only: owner_id = auth.uid()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exchanges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0001 + 0008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Derived via companies.owner_id (no direct owner_id column — single source of truth)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clients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Self-only: owner_id = auth.uid()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transfers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Self-only: owner_id = auth.uid()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currency_buys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Self-only: owner_id = auth.uid()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beneficiaries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0007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Self-only: owner_id = auth.uid()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exchange_companies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0009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Self-only: ec_*_own — owner_id = auth.uid()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countries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0010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Self-only: countries_*_own — owner_id = auth.uid()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22D3EE"/>
                </a:solidFill>
              </a:rPr>
              <a:t>Database — RPC functions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09728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371600"/>
                <a:gridCol w="6400800"/>
              </a:tblGrid>
              <a:tr h="62865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8FAFC"/>
                          </a:solidFill>
                        </a:rPr>
                        <a:t>Function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8FAFC"/>
                          </a:solidFill>
                        </a:rPr>
                        <a:t>Migration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8FAFC"/>
                          </a:solidFill>
                        </a:rPr>
                        <a:t>Behavior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archive_daily_transfers(p_owner)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0003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Flips owner's daily transfers to archived, stamps archived_at. Returns row count.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archive_daily_buys(p_owner)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0003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Flips owner's daily buys to archived. Refuses if any pending rows exist (raises check_violation).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next_reference(p_company_id)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0003 + 0006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Returns next transfer reference. 0006 reformat: prefix from start_ref leading non-digits + zero-padded (seed + count) digits. Counts ALL owner transfers, not per-company.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record_transfer(...)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0004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Atomic insert into transfers + decrement exchange.balance. Validates company ownership and exchange/company linkage.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record_currency_buy(...)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0004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Atomic insert into currency_buys (status=daily) + increment exchange.balance by usd_amount.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record_pending_buy(...)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0004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Insert pending currency_buy. No balance mutation.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handle_new_user()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0005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AFTER INSERT trigger on auth.users — autocreates profiles row. SECURITY DEFINER.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22D3EE"/>
                </a:solidFill>
              </a:rPr>
              <a:t>7. Design System — Colors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09728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5486400"/>
              </a:tblGrid>
              <a:tr h="314325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8FAFC"/>
                          </a:solidFill>
                        </a:rPr>
                        <a:t>Token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8FAFC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8FAFC"/>
                          </a:solidFill>
                        </a:rPr>
                        <a:t>Usage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bgDeep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#020617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Background base — slate-950, OLED-friendly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bgPanel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#0B1220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Stacking surface tone — slate-900-ish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glassFill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#FFFFFF @ 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Glass surface fill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glassFillStrong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#FFFFFF @ 12%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Stronger glass fill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glassBorder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#FFFFFF @ 12%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Hairline border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glassBorderStrong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#FFFFFF @ 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Stronger border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accent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#22D3EE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cyan-400 — primary brand glow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accentDim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#0E7490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cyan-700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positive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#22C55E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green-500 — currency buy / income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negative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#EF4444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red-500 — transfers / outflow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warning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#F59E0B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amber-500 — pending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textHigh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#F8FAFC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slate-50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textMid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#CBD5E1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slate-300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textLow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#94A3B8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slate-400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textDim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#64748B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slate-500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22D3EE"/>
                </a:solidFill>
              </a:rPr>
              <a:t>Design System — Typography &amp; Widgets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09728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7772400"/>
              </a:tblGrid>
              <a:tr h="55880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8FAFC"/>
                          </a:solidFill>
                        </a:rPr>
                        <a:t>Family / Widget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8FAFC"/>
                          </a:solidFill>
                        </a:rPr>
                        <a:t>Detail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Almarai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300 / 400 / 700 / 800 · Primary UI font (default in ThemeData)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NotoArabic (Noto Naskh Arabic)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400 / 500 / 600 / 700 · Alternate Arabic display font, also bundled for PDF export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GlassCard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Frosted-glass surface — 18px backdrop blur, translucent fill, hairline border, 24px shadow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GlassPanel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Subtle flatter glass section — 12px blur, 14px radius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GlassAppBar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AppBar with backdrop blur 18 + bgDeep @ 35% alpha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showGlassDialog&lt;T&gt;()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Generalized dialog with slide(0.12→0) + scale(0.94→1) + fade entrance over 280ms easeOutCubic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LiquidBackground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Animated 18s loop. Three radial blobs (accent + positive + violet) blurred 80px on a slate-950 base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_CollapsibleSection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Tap-to-expand glass section with chevron + 220ms easeOutCubic AnimatedSize (transfers screen)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22D3EE"/>
                </a:solidFill>
              </a:rPr>
              <a:t>State — Riverpod Providers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09728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200400"/>
                <a:gridCol w="4114800"/>
              </a:tblGrid>
              <a:tr h="17342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8FAFC"/>
                          </a:solidFill>
                        </a:rPr>
                        <a:t>Provider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8FAFC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8FAFC"/>
                          </a:solidFill>
                        </a:rPr>
                        <a:t>Location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</a:tr>
              <a:tr h="1734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supabaseClientProvider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Provider&lt;SupabaseClient&gt;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core/supabase_provider.dart</a:t>
                      </a:r>
                    </a:p>
                  </a:txBody>
                  <a:tcPr/>
                </a:tc>
              </a:tr>
              <a:tr h="1734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authStateChangesProvider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StreamProvider&lt;AuthState&gt;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core/supabase_provider.dart</a:t>
                      </a:r>
                    </a:p>
                  </a:txBody>
                  <a:tcPr/>
                </a:tc>
              </a:tr>
              <a:tr h="1734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currentSessionProvider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Provider&lt;Session?&gt;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core/supabase_provider.dart</a:t>
                      </a:r>
                    </a:p>
                  </a:txBody>
                  <a:tcPr/>
                </a:tc>
              </a:tr>
              <a:tr h="1734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currentUserIdProvider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Provider&lt;String?&gt;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core/supabase_provider.dart</a:t>
                      </a:r>
                    </a:p>
                  </a:txBody>
                  <a:tcPr/>
                </a:tc>
              </a:tr>
              <a:tr h="1734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routerProvider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Provider&lt;GoRouter&gt;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core/router.dart</a:t>
                      </a:r>
                    </a:p>
                  </a:txBody>
                  <a:tcPr/>
                </a:tc>
              </a:tr>
              <a:tr h="1734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authRepositoryProvider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Provider&lt;AuthRepository&gt;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features/auth/data</a:t>
                      </a:r>
                    </a:p>
                  </a:txBody>
                  <a:tcPr/>
                </a:tc>
              </a:tr>
              <a:tr h="1734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onboardingStorageProvider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Provider&lt;OnboardingStorage&gt;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features/onboarding/data</a:t>
                      </a:r>
                    </a:p>
                  </a:txBody>
                  <a:tcPr/>
                </a:tc>
              </a:tr>
              <a:tr h="1734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companiesRepositoryProvider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Provider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features/companies/data</a:t>
                      </a:r>
                    </a:p>
                  </a:txBody>
                  <a:tcPr/>
                </a:tc>
              </a:tr>
              <a:tr h="1734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exchangesRepositoryProvider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Provider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features/companies/data</a:t>
                      </a:r>
                    </a:p>
                  </a:txBody>
                  <a:tcPr/>
                </a:tc>
              </a:tr>
              <a:tr h="1734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companiesListProvider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FutureProvider&lt;List&lt;Company&gt;&gt;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features/companies/presentation</a:t>
                      </a:r>
                    </a:p>
                  </a:txBody>
                  <a:tcPr/>
                </a:tc>
              </a:tr>
              <a:tr h="1734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allExchangesProvider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FutureProvider&lt;List&lt;Exchange&gt;&gt;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features/companies/presentation</a:t>
                      </a:r>
                    </a:p>
                  </a:txBody>
                  <a:tcPr/>
                </a:tc>
              </a:tr>
              <a:tr h="1734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exchangesByCompanyProvider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FutureProvider.family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features/companies/presentation</a:t>
                      </a:r>
                    </a:p>
                  </a:txBody>
                  <a:tcPr/>
                </a:tc>
              </a:tr>
              <a:tr h="1734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nextReferenceProvider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FutureProvider.family&lt;String,String&gt;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features/companies/presentation</a:t>
                      </a:r>
                    </a:p>
                  </a:txBody>
                  <a:tcPr/>
                </a:tc>
              </a:tr>
              <a:tr h="1734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exchangeCompaniesListProvider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FutureProvider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features/exchange_companies</a:t>
                      </a:r>
                    </a:p>
                  </a:txBody>
                  <a:tcPr/>
                </a:tc>
              </a:tr>
              <a:tr h="1734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countriesListProvider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FutureProvider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features/countries</a:t>
                      </a:r>
                    </a:p>
                  </a:txBody>
                  <a:tcPr/>
                </a:tc>
              </a:tr>
              <a:tr h="1734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clientsListProvider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FutureProvider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features/clients</a:t>
                      </a:r>
                    </a:p>
                  </a:txBody>
                  <a:tcPr/>
                </a:tc>
              </a:tr>
              <a:tr h="1734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beneficiariesListProvider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FutureProvider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features/transfers</a:t>
                      </a:r>
                    </a:p>
                  </a:txBody>
                  <a:tcPr/>
                </a:tc>
              </a:tr>
              <a:tr h="1734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dailyTransfersProvider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FutureProvider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features/transfers</a:t>
                      </a:r>
                    </a:p>
                  </a:txBody>
                  <a:tcPr/>
                </a:tc>
              </a:tr>
              <a:tr h="1734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archivedTransfersProvider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FutureProvider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features/transfers</a:t>
                      </a:r>
                    </a:p>
                  </a:txBody>
                  <a:tcPr/>
                </a:tc>
              </a:tr>
              <a:tr h="1734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archiveTransfersActionProvider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Provider&lt;Future&lt;int&gt; Function()&gt;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features/transfers</a:t>
                      </a:r>
                    </a:p>
                  </a:txBody>
                  <a:tcPr/>
                </a:tc>
              </a:tr>
              <a:tr h="1734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dailyBuysProvider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FutureProvider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features/currency_buy</a:t>
                      </a:r>
                    </a:p>
                  </a:txBody>
                  <a:tcPr/>
                </a:tc>
              </a:tr>
              <a:tr h="1734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pendingBuysProvider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FutureProvider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features/currency_buy</a:t>
                      </a:r>
                    </a:p>
                  </a:txBody>
                  <a:tcPr/>
                </a:tc>
              </a:tr>
              <a:tr h="1734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archivedBuysProvider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FutureProvider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features/currency_buy</a:t>
                      </a:r>
                    </a:p>
                  </a:txBody>
                  <a:tcPr/>
                </a:tc>
              </a:tr>
              <a:tr h="1734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archiveBuysActionProvider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Provider&lt;Future&lt;int&gt; Function()&gt;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features/currency_buy</a:t>
                      </a:r>
                    </a:p>
                  </a:txBody>
                  <a:tcPr/>
                </a:tc>
              </a:tr>
              <a:tr h="1734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archivedSoldTotalProvider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FutureProvider&lt;double&gt;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features/archive</a:t>
                      </a:r>
                    </a:p>
                  </a:txBody>
                  <a:tcPr/>
                </a:tc>
              </a:tr>
              <a:tr h="1734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archivedBoughtTotalProvider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FutureProvider&lt;double&gt;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features/archive</a:t>
                      </a:r>
                    </a:p>
                  </a:txBody>
                  <a:tcPr/>
                </a:tc>
              </a:tr>
              <a:tr h="1734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sharedPreferencesProvider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Provider (overridden in main.dart)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shared/cache.dart</a:t>
                      </a:r>
                    </a:p>
                  </a:txBody>
                  <a:tcPr/>
                </a:tc>
              </a:tr>
              <a:tr h="1734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jsonCacheProvider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Provider&lt;JsonCache&gt;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shared/cache.dart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22D3EE"/>
                </a:solidFill>
              </a:rPr>
              <a:t>Assets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09728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8686800"/>
              </a:tblGrid>
              <a:tr h="125730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8FAFC"/>
                          </a:solidFill>
                        </a:rPr>
                        <a:t>Path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8FAFC"/>
                          </a:solidFill>
                        </a:rPr>
                        <a:t>Contents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assets/fonts/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Almarai-Light/Regular/Bold/ExtraBold.ttf + NotoNaskhArabic-Regular/Medium/SemiBold/Bold.ttf — registered in pubspec; Almarai-Regular/Bold also loaded by PDF export.</a:t>
                      </a:r>
                    </a:p>
                  </a:txBody>
                  <a:tcPr/>
                </a:tc>
              </a:tr>
              <a:tr h="12573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assets/images/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background.jpeg — used by sign-in/sign-up screens. google-g.png — Google sign-in icon.</a:t>
                      </a:r>
                    </a:p>
                  </a:txBody>
                  <a:tcPr/>
                </a:tc>
              </a:tr>
              <a:tr h="12573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assets/sounds/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</a:rPr>
                        <a:t>alert.mp3 — short ding played by playAlert() after save and archive.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22D3EE"/>
                </a:solidFill>
              </a:rPr>
              <a:t>8. Recent Changes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F8FAFC"/>
                </a:solidFill>
              </a:rPr>
              <a:t>—  (git log: branch 'main' has no commits yet)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